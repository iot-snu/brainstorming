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D1D1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D1D1F"/>
                </a:solidFill>
                <a:latin typeface="Calibri"/>
              </a:rPr>
              <a:t>False alarms over time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detector</c:v>
                </c:pt>
              </c:strCache>
            </c:strRef>
          </c:tx>
          <c:spPr>
            <a:solidFill>
              <a:srgbClr val="0071E3"/>
            </a:solidFill>
            <a:ln w="38100" cap="flat">
              <a:solidFill>
                <a:srgbClr val="0071E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1E3"/>
              </a:solidFill>
              <a:ln w="9525" cap="flat">
                <a:solidFill>
                  <a:srgbClr val="0071E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Day 1</c:v>
                  </c:pt>
                  <c:pt idx="1">
                    <c:v>Day 5</c:v>
                  </c:pt>
                  <c:pt idx="2">
                    <c:v>Day 10</c:v>
                  </c:pt>
                  <c:pt idx="3">
                    <c:v>Day 15</c:v>
                  </c:pt>
                  <c:pt idx="4">
                    <c:v>Day 20</c:v>
                  </c:pt>
                  <c:pt idx="5">
                    <c:v>Day 25</c:v>
                  </c:pt>
                  <c:pt idx="6">
                    <c:v>Day 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3</c:v>
                </c:pt>
                <c:pt idx="2">
                  <c:v>5</c:v>
                </c:pt>
                <c:pt idx="3">
                  <c:v>9</c:v>
                </c:pt>
                <c:pt idx="4">
                  <c:v>14</c:v>
                </c:pt>
                <c:pt idx="5">
                  <c:v>21</c:v>
                </c:pt>
                <c:pt idx="6">
                  <c:v>29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686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12700" cap="flat">
              <a:solidFill>
                <a:srgbClr val="E8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686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my proposal for the IoT research project. The one line under the title is the whole idea: run intrusion detection on the device itself, and keep it from getting noisy as the device's behavior naturally changes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pain: on-device detection is the right instinct, but a static model decays. Every legitimate change in behavior looks suspicious, so the false-positive rate climbs and the alerts get ignored. Cloud retraining is not a real option on a microcontroller.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halves. On the left, what the literature gives me: static on-device detectors, and drift methods that are too heavy for a chip. On the right, the gap that falls between them, which is exactly what I want to close. I will back this with five recent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question the whole project answers. I keep it tight: unsupervised, on the ESP32, low false positives under drift, no labels, no cloud. The line below is my hypothesis, which the experiments will confirm or reject.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parts. Features and detector are standard and kept deliberately small. Part three is my contribution: a light layer that notices drift and adjusts, instead of raising an alarm. Part four is the honesty check, measuring the real cost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is standard and reachable. The hardware is a five dollar board. The datasets are public and modern. On the right are the baselines I have to beat or match, so my comparison is fair and not a straw 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claim lives or dies on one metric: false positives staying flat under drift. But I will not ignore the rest. Detection quality proves I did not just mute the alarm, and the on-chip numbers prove it actually runs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this lands: a detector that keeps working on a device without babysitting, and an honest account of what that costs in memory and energy. The timeline shows the path from today's proposal to the final system and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18388"/>
            <a:ext cx="100584" cy="100584"/>
          </a:xfrm>
          <a:prstGeom prst="ellipse">
            <a:avLst/>
          </a:prstGeom>
          <a:solidFill>
            <a:srgbClr val="86868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72237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CSD457  ·  INTERNET OF THINGS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488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Drift-Aware </a:t>
            </a:r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Intrusion Detection for IoT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690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false alarms low as a device's normal behavior changes, all on an ESP32.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89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Presentation, Proposal</a:t>
            </a:r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Rishit Kamboj and [teammate]        24 September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I train once slowly turns into a nuisance.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5760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devices get attacked, so detecting attacks on the device itself is appealing: it is fast, private, and needs no cloud.</a:t>
            </a:r>
            <a:endParaRPr lang="en-US" sz="165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 device's normal behavior keeps shifting: new firmware, new apps, changing usage.</a:t>
            </a:r>
            <a:endParaRPr lang="en-US" sz="16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frozen detector reads that drift as an attack, so false alarms pile up until nobody trusts it. Retraining in the cloud is too heavy and too invasive for a tiny chip.</a:t>
            </a:r>
            <a:endParaRPr lang="en-US" sz="16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040880" y="1554480"/>
          <a:ext cx="44805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040880" y="5166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A model that never adapts drifts out of calibration.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EXISTS, AND WHAT IS MISSING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pieces already exist. Nobody has put them together on a microcontroller.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already out there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anomaly detectors (Kitsune, N-BaIoT) are trained once and never adapt.</a:t>
            </a:r>
            <a:endParaRPr lang="en-US" sz="1550" dirty="0"/>
          </a:p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Drift-handling methods (ADWIN, Page-Hinkley) work well, but assume a server's memory and power.</a:t>
            </a:r>
            <a:endParaRPr lang="en-US" sz="155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5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IoT security papers chase detection accuracy, not false-alarm stability or real device cost.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537960" y="2286000"/>
            <a:ext cx="4983480" cy="3063240"/>
          </a:xfrm>
          <a:prstGeom prst="roundRect">
            <a:avLst>
              <a:gd name="adj" fmla="val 3582"/>
            </a:avLst>
          </a:prstGeom>
          <a:solidFill>
            <a:srgbClr val="F5F5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0" y="2560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 am filling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30632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lightweight, label-free detector keeps false alarms low as behavior drifts, while still fitting inside an ESP32's memory and energy budget.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89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5 papers: Kitsune, N-BaIoT, a concept-drift survey, ADWIN, and the CIC-IoT-2023 dataset.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0982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81381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RESEARCH QUESTION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241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 unsupervised detector, running entirely on an ESP32, keep its </a:t>
            </a:r>
            <a:pPr indent="0" marL="0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low</a:t>
            </a:r>
            <a:pPr indent="0" marL="0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normal behavior </a:t>
            </a:r>
            <a:pPr indent="0" marL="0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drifts over time</a:t>
            </a:r>
            <a:pPr indent="0" marL="0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without any labels or cloud retraining?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9377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bet: a small drift-adaptation layer holds false alarms down at the same detection rate, and still fits the chip.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APPROACH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moving parts, all sized for the chip.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530352" cy="530352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54203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streaming stats from traffic: packet sizes, timing, protocol counts.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530352" cy="530352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154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50215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unsupervised model: a small autoencoder or streaming trees.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160520"/>
            <a:ext cx="530352" cy="530352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1148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layer</a:t>
            </a:r>
            <a:pPr indent="0" marL="0">
              <a:buNone/>
            </a:pPr>
            <a:r>
              <a:rPr lang="en-US" sz="12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new part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46227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anomaly score, adapt the threshold, and update gently on traffic I trust.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120640"/>
            <a:ext cx="530352" cy="530352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0749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on hardware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542239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 the ESP32 and measure memory, latency, and energy for real.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TOOLS, DATA, BASELINES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build on, and what I compare against.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338328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468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71800"/>
            <a:ext cx="4434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500" dirty="0"/>
          </a:p>
          <a:p>
            <a:pPr indent="0" marL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500" dirty="0"/>
          </a:p>
          <a:p>
            <a:pPr indent="0" marL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TensorFlow Lite Micro, river, scikit-learn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CIC-IoT-2023, N-BaIoT, TON_IoT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224028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017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detector, no adaptation</a:t>
            </a:r>
            <a:endParaRPr lang="en-US" sz="1550" dirty="0"/>
          </a:p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full retrain, the heavy cloud way</a:t>
            </a:r>
            <a:endParaRPr lang="en-US" sz="1550" dirty="0"/>
          </a:p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threshold</a:t>
            </a:r>
            <a:endParaRPr lang="en-US" sz="1550" dirty="0"/>
          </a:p>
          <a:p>
            <a:pPr marL="203200" indent="-2032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Kitsune-style reference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MEASURE SUCCESS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decides it. The rest keep me honest.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1D1D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2487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78892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false-positive rate that stays low and steady as behavior drifts.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8992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44805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precision, F1, AUROC on real attacks.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53128" y="384048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chip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805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RAM, latency, energy per inference, model size.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83296" y="3840480"/>
            <a:ext cx="3429000" cy="1783080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39328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44805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drift rates, and against poisoning.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6410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76809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EXPECT TO CONTRIBUTE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self-adjusting detector that stays trustworthy on a real device, plus a clear map of the accuracy, memory, and energy trade-offs behind it.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4892040"/>
            <a:ext cx="146304" cy="14630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8992" y="4773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51389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617720" y="4892040"/>
            <a:ext cx="146304" cy="14630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73752" y="4773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Mid-review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73752" y="51389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and first results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412480" y="4892040"/>
            <a:ext cx="146304" cy="14630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68512" y="4773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668512" y="51389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system, IEEE report, code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2026-09-12T14:40:18Z</dcterms:created>
  <dcterms:modified xsi:type="dcterms:W3CDTF">2026-09-12T14:40:18Z</dcterms:modified>
</cp:coreProperties>
</file>