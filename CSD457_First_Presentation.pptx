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20 seconds. One sentence: our detector updates itself to stay accurate, and we make sure an attacker cannot abuse those updates. Whole talk is about 7 minutes, leaving 3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Say the title sentence, then the three steps. Everything after this slide supports one of these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Three beats: on-device is right, it must keep learning, learning can be abused.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70 seconds. One line per paper, and read the red column: server only, theory only, no defense, no drift, never used for this. That column is our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Say the credit line out loud. It shows we read deeply and narrows our claim to something we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35 seconds. RQ1 is the method, RQ2 is the new attack, RQ3 is real exposure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One line: honest drift can go anywhere, poisoning has to go toward the attack. So we ration only that direction. On an ESP32 it is a few dot products per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50 seconds. Finding 1 killed our first idea. Finding 2 is new and broke our own earlier design. Finding 3 is why this matters for IoT.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We compare against doing nothing, against naive learning, and against every kind of defense, including the 2009 classic.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Say clearly this is synthetic. Left: red is naive learning, poisoned in 24 cycles. Middle: freezing defenses keep the attack visible but false alarms explode once drift starts. Right: the attacker leaves at cycle 45 and the frozen defense never recovers. Blue is ours everywhere. Next: the same experiment on N-BaIoT and the ESP32.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seconds, then questions. Is this just ANTIDOTE? No: ANTIDOTE retrains a PCA model on a server in batches; ours learns continuously on a microcontroller and never freezes. Attacks with no known signature? Honest limit: we need a signature; we will try directions learned from our own alarms. Honest drift toward an attack? In simulation false alarms peaked near 7 percent, then recovered. Is the simulation real data? No, real data by mid-review.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Leave it up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18388"/>
            <a:ext cx="100584" cy="100584"/>
          </a:xfrm>
          <a:prstGeom prst="ellipse">
            <a:avLst/>
          </a:prstGeom>
          <a:solidFill>
            <a:srgbClr val="86868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223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CSD457  ·  INTERNET OF THINGS  ·  GROUP G-04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Poison-Resilient </a:t>
            </a:r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Intrusion Detection for Drifting IoT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self-updating detector on an ESP32 that checks its own updates, so an attacker cannot slowly teach it that attacks are normal.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Presentation, Proposal</a:t>
            </a:r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Rishit Kamboj and Farhan Naik        24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RESEARCH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IoT intrusion detector that keeps learning on an ESP32, and cannot be taught to ignore attacks.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risk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how easily real, low-traffic IoT devices can be poisoned when their detector learns on the fly.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[2, 4]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defense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Threat-Orthogonal Adaptation: learn honest change freely, and ration only the change that moves toward a known attack.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5]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for real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IoT traffic and real long-term drift, then run it on an ESP32 and measure memory, speed and energy.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[3, 4, 5]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30352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deliver:  </a:t>
            </a:r>
            <a:pPr indent="0" marL="0">
              <a:buNone/>
            </a:pPr>
            <a:r>
              <a:rPr lang="en-US" sz="16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ESP32 detector, a new attack on existing defenses, and results on real data.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ANTIDOTE, IMC 2009  ·  [2] Kloft and Laskov, JMLR 2012  ·  [3] Kitsune, NDSS 2018  ·  [4] N-BaIoT, 2018  ·  [5] CESNET-TS24, 2025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learns on the device can be taught to be blind.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4048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belongs on the device.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706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 anomaly detector can run on small, cheap hardware close to the traffic it protects [3].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935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normal traffic keeps changing.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95935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networks drift for weeks, with volume down 52% at semester end [5]. A frozen detector goes stale, so it has to keep learning.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478231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learning is the weak point.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514807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can feed it slow, harmless-looking changes until an attack looks normal [1]. The larger the attacker's share of traffic, the easier this gets [2].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[2] JMLR 2012  ·  [3] NDSS 2018  ·  [5] Scientific Data 2025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  ·  THE 5 PAPERS WE BUILD 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 gives us one piece. None puts them together.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94560"/>
          <a:ext cx="10561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342900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LEAVES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ANTIDOTE [1]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 2009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Boiling-frog poisoning works; robust PCA resists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batch retraining, not on a device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Kloft and Laskov [2]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JMLR 2012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Poisoning power grows with the attacker's traffic share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Theory only, never tested on low-traffic IoT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Kitsune [3]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NDSS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anomaly IDS light enough for small devices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learning after training; no poisoning defense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N-BaIoT [4]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IEEE Perv. Comp.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traffic from 9 IoT devices, including Mirai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detection; no drift, no poisoning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CESNET-TS24 [5]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Sci. Data 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weeks of real traffic drift from 50 institutions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dataset; nobody has used it to test poisoning defenses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78 papers found and 28 read in full. Full citations on the last slide.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keeps learning safely on a device.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detectors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small hardware, but stop learning, so they go stale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drift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changes for weeks, so learning cannot stop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defense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Resists poisoning, but on a server with batch retraining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069080"/>
            <a:ext cx="10561320" cy="2011680"/>
          </a:xfrm>
          <a:prstGeom prst="roundRect">
            <a:avLst>
              <a:gd name="adj" fmla="val 5455"/>
            </a:avLst>
          </a:prstGeom>
          <a:solidFill>
            <a:srgbClr val="1D1D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8872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FILL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02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keeps adapting on the device, never freezes, and still cannot be walked toward an attack.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3766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where due: the attack and a server-side defense both come from ANTIDOTE [1]. Our target is continuous learning on the device.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[5] Scientific Data 2025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questions, one per claim.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240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24028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detector keep learning honest drift while refusing only the part of each update that moves it toward a known attack?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290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42900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attacker turn a defense that freezes into a denial of service, and does never-freezing adaptation prevent that?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61772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617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461772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are real low-traffic IoT devices [2, 4], and what does protection cost on an ESP32?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760720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rationing only the threat-aligned part of each update keeps attacks visible without the false-alarm cost of freezing.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APPROACH  ·  THREAT-ORTHOGONAL ADAPTATION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update. Only the dangerous part is rationed.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features [3]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6148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6324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+ spread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0176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0352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check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normal moving?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4204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4380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0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update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 enters here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82328" y="2697480"/>
            <a:ext cx="32918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20072" y="224028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02952" y="2240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and apply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" y="3474720"/>
            <a:ext cx="5166360" cy="2606040"/>
          </a:xfrm>
          <a:prstGeom prst="roundRect">
            <a:avLst>
              <a:gd name="adj" fmla="val 4211"/>
            </a:avLst>
          </a:prstGeom>
          <a:solidFill>
            <a:srgbClr val="F5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43000" y="36576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part  ·  applied at once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0690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 or away from known attacks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52628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drift, like the semester-end traffic drop [5], mostly moves away from attacks. It is always applied, so the detector keeps up and never freezes.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65099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freeze, no false-alarm flood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5166360" cy="2606040"/>
          </a:xfrm>
          <a:prstGeom prst="roundRect">
            <a:avLst>
              <a:gd name="adj" fmla="val 4211"/>
            </a:avLst>
          </a:prstGeom>
          <a:solidFill>
            <a:srgbClr val="F5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37960" y="36576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part  ·  rationed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40690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known attack signature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52628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has to move normal toward the attack it hides [1]. Only that part is capped, at a slow rate learned from clean data.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565099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Provable minimum time to compromise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[5] Scientific Data 2025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OUR RESEARCH TURNED UP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 that shaped the design.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1488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drift is directional too.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5117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drifts steadily for weeks [5]. So 'steady drift means attack' would raise false alarms. What matters is drift toward an attack.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47472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 that freeze can be weaponized.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87705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trips the freeze, then leaves. Honest drift continues and the frozen detector drowns in false alarms. Our simulation shows it on slide 10.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00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800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IoT devices are easier to poison.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520293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succeeds only when the attacker is a large share of what the detector learns from [2]. A smart plug sends little traffic [4], so matching it is easy.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JMLR 2012  ·  [4] IEEE Pervasive Computing 2018  ·  [5] Scientific Data 2025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TOOLS AND BASELINES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on, and what we have to beat.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0" cy="3886200"/>
          </a:xfrm>
          <a:prstGeom prst="roundRect">
            <a:avLst>
              <a:gd name="adj" fmla="val 2824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3957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52928"/>
            <a:ext cx="4434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450" dirty="0"/>
          </a:p>
          <a:p>
            <a:pPr indent="0" marL="0">
              <a:lnSpc>
                <a:spcPct val="106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for the detector, the defense and cost measurement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  <a:p>
            <a:pPr indent="0" marL="0">
              <a:lnSpc>
                <a:spcPct val="106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NumPy for experiments, ESP-IDF on the board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 [4] for real IoT traffic and attacks, CESNET-TimeSeries24 [5] for real long-term drift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80760" y="2194560"/>
            <a:ext cx="5303520" cy="3886200"/>
          </a:xfrm>
          <a:prstGeom prst="roundRect">
            <a:avLst>
              <a:gd name="adj" fmla="val 2824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3957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88036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detector [3]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once, never adapts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483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adaptive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every update, the setting poisoned in [1]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087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budget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learning once drift looks too large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69087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filter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outlier updates using robust statistics [1]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2943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ANTIDOTE robust PCA [1]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server-side defense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[4] IEEE Pervasive Computing 2018  ·  [5] Scientific Data 2025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  ·  PRELIMINARY RESULT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tested the idea in simulation.</a:t>
            </a:r>
            <a:endParaRPr lang="en-US" sz="2800" dirty="0"/>
          </a:p>
        </p:txBody>
      </p:sp>
      <p:pic>
        <p:nvPicPr>
          <p:cNvPr id="5" name="Image 0" descr="/Users/rishitkamboj/Collegeactual/Study/SEM5/iot/research project/brainstorming/experiments/fig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10561320" cy="32369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303520"/>
            <a:ext cx="10561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synthetic simulation, 5 seeds, attacker at 40% of traffic [2]. Grey band = honest drift, dashed line = poisoning starts. Naive learning loses the attack in 24 cycles; freezing defenses keep it but drown in false alarms; ours keeps both.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870448"/>
            <a:ext cx="10561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 </a:t>
            </a:r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recall and cycles to compromise  ·  false alarms under drift  ·  F1, AUROC  ·  ESP32 memory, latency, energy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1838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223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CONTRIBUTION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371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Threat-Orthogonal Adaptation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7830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update rule that never freezes, rations only threat-aligned drift, and gives a provable minimum number of cycles before a known attack can be hidden.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6060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freeze attack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30175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attack on defenses that stop learning when drift looks suspicious, and evidence that never-freezing adaptation is immune to it.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40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8404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exposure, real cost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2519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poisonable real low-traffic IoT devices are on N-BaIoT [4], and what protection costs on an ESP32.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to 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 pipeline, attack, baselines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56432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85032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4, mid-review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85032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version of slide 10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9904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18504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 to 7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port, freeze attack study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23376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51976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9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951976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Sweeps, IEEE report, demo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papers this project stands on.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4884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I. P. Rubinstein, B. Nelson, L. Huang, A. D. Joseph et al.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ANTIDOTE: Understanding and Defending against Poisoning of Anomaly Detectors. ACM Internet Measurement Conference (IMC), 2009.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53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953512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Kloft and P. Laskov.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 of Online Centroid Anomaly Detection. Journal of Machine Learning Research (JMLR), 2012.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758184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Mirsky, T. Doitshman, Y. Elovici and A. Shabtai.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Kitsune: An Ensemble of Autoencoders for Online Network Intrusion Detection. NDSS, 2018.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628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562856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Meidan, M. Bohadana, Y. Mathov et al.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N-BaIoT: Network-Based Detection of IoT Botnet Attacks Using Deep Autoencoders. IEEE Pervasive Computing, 2018.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367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536752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Koumar, K. Hynek, T. Čejka and P. Šiška.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CESNET-TimeSeries24: Time Series Dataset for Network Traffic Anomaly Detection and Forecasting. Scientific Data, 2025.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276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code and our full literature review: github.com/IOT-snu/brainstorming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2026-09-22T23:28:50Z</dcterms:created>
  <dcterms:modified xsi:type="dcterms:W3CDTF">2026-09-22T23:28:50Z</dcterms:modified>
</cp:coreProperties>
</file>